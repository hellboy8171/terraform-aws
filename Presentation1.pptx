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6" d="100"/>
          <a:sy n="76" d="100"/>
        </p:scale>
        <p:origin x="62" y="10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ajat Agrawal" userId="bde76780b0933dcb" providerId="LiveId" clId="{860403D2-3B03-4966-B452-B6BB53B3389A}"/>
    <pc:docChg chg="addSld modSld">
      <pc:chgData name="Rajat Agrawal" userId="bde76780b0933dcb" providerId="LiveId" clId="{860403D2-3B03-4966-B452-B6BB53B3389A}" dt="2026-09-17T19:44:17.664" v="22" actId="14100"/>
      <pc:docMkLst>
        <pc:docMk/>
      </pc:docMkLst>
      <pc:sldChg chg="addSp new mod">
        <pc:chgData name="Rajat Agrawal" userId="bde76780b0933dcb" providerId="LiveId" clId="{860403D2-3B03-4966-B452-B6BB53B3389A}" dt="2026-09-17T18:29:39.339" v="1" actId="22"/>
        <pc:sldMkLst>
          <pc:docMk/>
          <pc:sldMk cId="459814618" sldId="265"/>
        </pc:sldMkLst>
        <pc:picChg chg="add">
          <ac:chgData name="Rajat Agrawal" userId="bde76780b0933dcb" providerId="LiveId" clId="{860403D2-3B03-4966-B452-B6BB53B3389A}" dt="2026-09-17T18:29:39.339" v="1" actId="22"/>
          <ac:picMkLst>
            <pc:docMk/>
            <pc:sldMk cId="459814618" sldId="265"/>
            <ac:picMk id="3" creationId="{6AB7A7AA-B285-E7DE-6243-F6CAD098C464}"/>
          </ac:picMkLst>
        </pc:picChg>
      </pc:sldChg>
      <pc:sldChg chg="addSp modSp new mod">
        <pc:chgData name="Rajat Agrawal" userId="bde76780b0933dcb" providerId="LiveId" clId="{860403D2-3B03-4966-B452-B6BB53B3389A}" dt="2026-09-17T18:30:03.535" v="5" actId="1076"/>
        <pc:sldMkLst>
          <pc:docMk/>
          <pc:sldMk cId="3313200389" sldId="266"/>
        </pc:sldMkLst>
        <pc:picChg chg="add mod">
          <ac:chgData name="Rajat Agrawal" userId="bde76780b0933dcb" providerId="LiveId" clId="{860403D2-3B03-4966-B452-B6BB53B3389A}" dt="2026-09-17T18:30:03.535" v="5" actId="1076"/>
          <ac:picMkLst>
            <pc:docMk/>
            <pc:sldMk cId="3313200389" sldId="266"/>
            <ac:picMk id="3" creationId="{0BF43B2B-D2D8-57AA-5211-EE13260897FB}"/>
          </ac:picMkLst>
        </pc:picChg>
      </pc:sldChg>
      <pc:sldChg chg="addSp modSp new mod">
        <pc:chgData name="Rajat Agrawal" userId="bde76780b0933dcb" providerId="LiveId" clId="{860403D2-3B03-4966-B452-B6BB53B3389A}" dt="2026-09-17T19:15:55.845" v="9" actId="14100"/>
        <pc:sldMkLst>
          <pc:docMk/>
          <pc:sldMk cId="3227307961" sldId="267"/>
        </pc:sldMkLst>
        <pc:picChg chg="add mod">
          <ac:chgData name="Rajat Agrawal" userId="bde76780b0933dcb" providerId="LiveId" clId="{860403D2-3B03-4966-B452-B6BB53B3389A}" dt="2026-09-17T19:15:55.845" v="9" actId="14100"/>
          <ac:picMkLst>
            <pc:docMk/>
            <pc:sldMk cId="3227307961" sldId="267"/>
            <ac:picMk id="3" creationId="{F7EE3E4E-1631-BFE3-0F52-3B0963176886}"/>
          </ac:picMkLst>
        </pc:picChg>
      </pc:sldChg>
      <pc:sldChg chg="addSp modSp new mod">
        <pc:chgData name="Rajat Agrawal" userId="bde76780b0933dcb" providerId="LiveId" clId="{860403D2-3B03-4966-B452-B6BB53B3389A}" dt="2026-09-17T19:18:01.442" v="12" actId="14100"/>
        <pc:sldMkLst>
          <pc:docMk/>
          <pc:sldMk cId="2519748986" sldId="268"/>
        </pc:sldMkLst>
        <pc:picChg chg="add mod">
          <ac:chgData name="Rajat Agrawal" userId="bde76780b0933dcb" providerId="LiveId" clId="{860403D2-3B03-4966-B452-B6BB53B3389A}" dt="2026-09-17T19:18:01.442" v="12" actId="14100"/>
          <ac:picMkLst>
            <pc:docMk/>
            <pc:sldMk cId="2519748986" sldId="268"/>
            <ac:picMk id="3" creationId="{46FDA4BD-67DC-7840-9831-7289F6B38392}"/>
          </ac:picMkLst>
        </pc:picChg>
      </pc:sldChg>
      <pc:sldChg chg="addSp new mod">
        <pc:chgData name="Rajat Agrawal" userId="bde76780b0933dcb" providerId="LiveId" clId="{860403D2-3B03-4966-B452-B6BB53B3389A}" dt="2026-09-17T19:24:26.676" v="14" actId="22"/>
        <pc:sldMkLst>
          <pc:docMk/>
          <pc:sldMk cId="2676518201" sldId="269"/>
        </pc:sldMkLst>
        <pc:picChg chg="add">
          <ac:chgData name="Rajat Agrawal" userId="bde76780b0933dcb" providerId="LiveId" clId="{860403D2-3B03-4966-B452-B6BB53B3389A}" dt="2026-09-17T19:24:26.676" v="14" actId="22"/>
          <ac:picMkLst>
            <pc:docMk/>
            <pc:sldMk cId="2676518201" sldId="269"/>
            <ac:picMk id="3" creationId="{D49C19D2-6E63-6CED-3D5D-52B37D71B6BC}"/>
          </ac:picMkLst>
        </pc:picChg>
      </pc:sldChg>
      <pc:sldChg chg="addSp new mod">
        <pc:chgData name="Rajat Agrawal" userId="bde76780b0933dcb" providerId="LiveId" clId="{860403D2-3B03-4966-B452-B6BB53B3389A}" dt="2026-09-17T19:43:21.215" v="16" actId="22"/>
        <pc:sldMkLst>
          <pc:docMk/>
          <pc:sldMk cId="3723801732" sldId="270"/>
        </pc:sldMkLst>
        <pc:picChg chg="add">
          <ac:chgData name="Rajat Agrawal" userId="bde76780b0933dcb" providerId="LiveId" clId="{860403D2-3B03-4966-B452-B6BB53B3389A}" dt="2026-09-17T19:43:21.215" v="16" actId="22"/>
          <ac:picMkLst>
            <pc:docMk/>
            <pc:sldMk cId="3723801732" sldId="270"/>
            <ac:picMk id="3" creationId="{569E7508-5421-C8C6-3C7B-0B3156FDD317}"/>
          </ac:picMkLst>
        </pc:picChg>
      </pc:sldChg>
      <pc:sldChg chg="addSp new mod">
        <pc:chgData name="Rajat Agrawal" userId="bde76780b0933dcb" providerId="LiveId" clId="{860403D2-3B03-4966-B452-B6BB53B3389A}" dt="2026-09-17T19:43:41.835" v="18" actId="22"/>
        <pc:sldMkLst>
          <pc:docMk/>
          <pc:sldMk cId="2852547919" sldId="271"/>
        </pc:sldMkLst>
        <pc:picChg chg="add">
          <ac:chgData name="Rajat Agrawal" userId="bde76780b0933dcb" providerId="LiveId" clId="{860403D2-3B03-4966-B452-B6BB53B3389A}" dt="2026-09-17T19:43:41.835" v="18" actId="22"/>
          <ac:picMkLst>
            <pc:docMk/>
            <pc:sldMk cId="2852547919" sldId="271"/>
            <ac:picMk id="3" creationId="{852B2813-EE27-C7D8-1071-592EE8D61935}"/>
          </ac:picMkLst>
        </pc:picChg>
      </pc:sldChg>
      <pc:sldChg chg="addSp modSp new mod">
        <pc:chgData name="Rajat Agrawal" userId="bde76780b0933dcb" providerId="LiveId" clId="{860403D2-3B03-4966-B452-B6BB53B3389A}" dt="2026-09-17T19:44:17.664" v="22" actId="14100"/>
        <pc:sldMkLst>
          <pc:docMk/>
          <pc:sldMk cId="2012699970" sldId="272"/>
        </pc:sldMkLst>
        <pc:picChg chg="add mod">
          <ac:chgData name="Rajat Agrawal" userId="bde76780b0933dcb" providerId="LiveId" clId="{860403D2-3B03-4966-B452-B6BB53B3389A}" dt="2026-09-17T19:44:17.664" v="22" actId="14100"/>
          <ac:picMkLst>
            <pc:docMk/>
            <pc:sldMk cId="2012699970" sldId="272"/>
            <ac:picMk id="3" creationId="{B8B84788-81D7-1C0C-387F-7D2EAB096A67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20A6A7-E3FE-09C4-3C74-A017CB9EA7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A6598AE-5EAA-940C-52BF-D5C02C52E27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23D3FE-084A-6B73-6F8A-CF83A0BD1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3A4F87-D717-4E55-98CB-979198A9D70A}" type="datetimeFigureOut">
              <a:rPr lang="en-IN" smtClean="0"/>
              <a:t>16-09-2026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946A11-CB6D-0182-431B-6A5774091A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3581DA-4E26-5689-5488-000443EB89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C62565-F48D-4FB0-B42F-A5046924D74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799497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2E39B7-78D5-8D79-C893-DBA3E7FE1E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073D9C-05A8-C7FD-C914-6F34F489DB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29B82E-3213-F753-4EA8-948B3FC806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3A4F87-D717-4E55-98CB-979198A9D70A}" type="datetimeFigureOut">
              <a:rPr lang="en-IN" smtClean="0"/>
              <a:t>16-09-2026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26BB3B-63BB-0690-E734-B3F79E2C91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BEBB5A-2B07-4198-CD8E-22E422BDAF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C62565-F48D-4FB0-B42F-A5046924D74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524314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2B18C6-1FB5-6298-45BE-0467A4E23B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667A59-CACF-72B5-3627-F3999059BA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869E36-FBF2-5FF2-6518-883D8D742A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3A4F87-D717-4E55-98CB-979198A9D70A}" type="datetimeFigureOut">
              <a:rPr lang="en-IN" smtClean="0"/>
              <a:t>16-09-2026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1069D3-30D2-CEDD-C6DD-8AAB97208B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7F071B-6ACE-1750-477D-76BF04FA10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C62565-F48D-4FB0-B42F-A5046924D74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939504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461C4-C9F3-F4E3-80B5-52E979446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D7A7B2-4FF4-209F-7D32-753DACF3220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4FB76F3-F437-7DB5-6A55-1C34361898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DE66128-0AE7-6C9E-4FEE-6E742E6D4D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3A4F87-D717-4E55-98CB-979198A9D70A}" type="datetimeFigureOut">
              <a:rPr lang="en-IN" smtClean="0"/>
              <a:t>16-09-2026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8732132-49D7-0945-F555-5DD1455E46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50155C3-578D-7F96-D9EA-4F90911606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C62565-F48D-4FB0-B42F-A5046924D74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761581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1DFB97-D6DC-4AF4-EED8-0AC4B3921A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037E6C-1D79-9B9F-7F38-9F0523D4B3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ABD4B5-F178-0637-545D-EA94D70892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945FE90-FAE4-0AA6-B734-9B27F3D318E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057195B-1D98-8A03-6439-4B2AA3BBD09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37F1239-767D-A2AE-58F8-57A98C6872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3A4F87-D717-4E55-98CB-979198A9D70A}" type="datetimeFigureOut">
              <a:rPr lang="en-IN" smtClean="0"/>
              <a:t>16-09-2026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6E2EE90-9B80-BA25-9450-30549DEB10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20AF6C2-C054-806D-97BE-E0BA07EE2B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C62565-F48D-4FB0-B42F-A5046924D74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145231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3F2AB5-7E1F-6139-8883-4DBB60D490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1883D8-D9A1-7CB3-801C-B6B1F93D55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3A4F87-D717-4E55-98CB-979198A9D70A}" type="datetimeFigureOut">
              <a:rPr lang="en-IN" smtClean="0"/>
              <a:t>16-09-2026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07AF48D-F6B9-FA29-9567-02082E8D74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5E4232C-5ED7-145A-BC13-140BB744D2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C62565-F48D-4FB0-B42F-A5046924D74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66036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11A93D1-B9E1-B9BD-E440-D02F8BE175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3A4F87-D717-4E55-98CB-979198A9D70A}" type="datetimeFigureOut">
              <a:rPr lang="en-IN" smtClean="0"/>
              <a:t>16-09-2026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28B10E1-6A6A-9A33-1CFB-F2A61809EC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2461F4-4943-98BC-73AA-8307050790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C62565-F48D-4FB0-B42F-A5046924D74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955142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8ECD09-6CE3-F160-4418-9A7C240214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1C85D1-9540-5790-D806-47B54FEA6E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0F40200-4074-FDA4-36A0-84EF257DF4B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964DC3-BA74-91AD-0F71-3C21B3FE21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3A4F87-D717-4E55-98CB-979198A9D70A}" type="datetimeFigureOut">
              <a:rPr lang="en-IN" smtClean="0"/>
              <a:t>16-09-2026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05465AE-4458-EC70-3EAD-4F0862394A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774B92-1E87-48A2-766F-943E089085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C62565-F48D-4FB0-B42F-A5046924D74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918202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1578D3-C49A-90C6-220E-D88315528E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64B8D2F-6005-B5EC-1DA5-DA7735B5C24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4FDD972-254B-1539-C42C-888C997907E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2C4D3A1-6CEB-776E-F27D-F093E7D37C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3A4F87-D717-4E55-98CB-979198A9D70A}" type="datetimeFigureOut">
              <a:rPr lang="en-IN" smtClean="0"/>
              <a:t>16-09-2026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9BC0BC-DBEC-6A88-4733-5A3804F5E6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C9E136-EAA9-F6C3-4F74-306A84AA0F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C62565-F48D-4FB0-B42F-A5046924D74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980903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C7CA8E-FDD5-1A5B-BD26-BC9325506D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D3632E4-ADF6-84FD-3DD8-50CE00B0F4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6CB510-4EB2-6FBB-E84B-70C5EDEEFD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3A4F87-D717-4E55-98CB-979198A9D70A}" type="datetimeFigureOut">
              <a:rPr lang="en-IN" smtClean="0"/>
              <a:t>16-09-2026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EEB228-2963-A2F6-F9A7-46841451B1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247786-90F3-8C2A-684C-7666CE1E95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C62565-F48D-4FB0-B42F-A5046924D74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0813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23C8A4C-03D9-3F80-2402-1CAB9DAA6FB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0E6D0E-146D-7818-F9AC-34A56513D4E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06D5FC-771D-406B-4652-D8CAFBD19B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3A4F87-D717-4E55-98CB-979198A9D70A}" type="datetimeFigureOut">
              <a:rPr lang="en-IN" smtClean="0"/>
              <a:t>16-09-2026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238619-59FE-6362-573C-BB7E56B448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1845AD-BACD-2516-9289-868B5344D8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C62565-F48D-4FB0-B42F-A5046924D74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011176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893F946-A1AA-74A1-9906-FEFAFDB8F5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FCE784-6385-FF5F-C819-B9ED25F90B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1CD788-73A5-FCFC-9033-1C60DCE11B6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53A4F87-D717-4E55-98CB-979198A9D70A}" type="datetimeFigureOut">
              <a:rPr lang="en-IN" smtClean="0"/>
              <a:t>16-09-2026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850BEC-966F-F101-F103-AC96CD051F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9DF70C-7049-D101-BC0D-6276A68900B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6C62565-F48D-4FB0-B42F-A5046924D74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623425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70E8F2-4F46-89E8-85FF-C7D82CB181F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DFC32BE-DE3A-7229-FB26-9C9EEF3EC2E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161212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D624B21-3C06-198B-4A80-3D19AB029D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37279"/>
            <a:ext cx="12192000" cy="63834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8861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035E3F5-F79F-7F08-11AF-C5D13D0930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7016" y="1199957"/>
            <a:ext cx="8397968" cy="44580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04491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D994B63-AEA3-424C-892E-BCFC9641CB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8396" y="1058974"/>
            <a:ext cx="8855207" cy="47400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85245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0F32A63-A710-4859-91AE-3A6BEB06D8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680" y="670559"/>
            <a:ext cx="10103720" cy="51810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51917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82C8414-3FC8-1612-0FA8-4AE0D07118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800" y="784506"/>
            <a:ext cx="9173751" cy="48238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05768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E1A7E01-CF22-EA27-85E6-38A540DD6A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476" y="822960"/>
            <a:ext cx="11170372" cy="533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03476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E233246-7CE7-2D93-AF21-48C0FB4CB2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2" y="487680"/>
            <a:ext cx="10190988" cy="53636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89719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46CC906-05C9-D9C5-1446-302F2037B3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404" y="457200"/>
            <a:ext cx="10706214" cy="5455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002130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AB7A7AA-B285-E7DE-6243-F6CAD098C4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7448" y="1135181"/>
            <a:ext cx="8817104" cy="4587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98146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BF43B2B-D2D8-57AA-5211-EE13260897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0768" y="1034697"/>
            <a:ext cx="10891232" cy="55469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32003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7EE3E4E-1631-BFE3-0F52-3B09631768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029" y="714323"/>
            <a:ext cx="10355998" cy="5565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73079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6FDA4BD-67DC-7840-9831-7289F6B383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5068" y="1078026"/>
            <a:ext cx="9663064" cy="516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974898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49C19D2-6E63-6CED-3D5D-52B37D71B6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2189" y="1112319"/>
            <a:ext cx="9007621" cy="4633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651820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69E7508-5421-C8C6-3C7B-0B3156FDD3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0877" y="1249491"/>
            <a:ext cx="7910245" cy="43590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38017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52B2813-EE27-C7D8-1071-592EE8D619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534" y="1161853"/>
            <a:ext cx="8900931" cy="4534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254791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8B84788-81D7-1C0C-387F-7D2EAB096A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9381" y="582683"/>
            <a:ext cx="9023420" cy="5692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26999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1557</TotalTime>
  <Words>0</Words>
  <Application>Microsoft Office PowerPoint</Application>
  <PresentationFormat>Widescreen</PresentationFormat>
  <Paragraphs>0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Rajat Agrawal</dc:creator>
  <cp:lastModifiedBy>Rajat Agrawal</cp:lastModifiedBy>
  <cp:revision>1</cp:revision>
  <dcterms:created xsi:type="dcterms:W3CDTF">2026-09-16T17:46:48Z</dcterms:created>
  <dcterms:modified xsi:type="dcterms:W3CDTF">2026-09-17T19:44:19Z</dcterms:modified>
</cp:coreProperties>
</file>