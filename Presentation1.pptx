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0A6A7-E3FE-09C4-3C74-A017CB9EA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6598AE-5EAA-940C-52BF-D5C02C52E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3D3FE-084A-6B73-6F8A-CF83A0BD1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4F87-D717-4E55-98CB-979198A9D70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46A11-CB6D-0182-431B-6A577409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581DA-4E26-5689-5488-000443EB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62565-F48D-4FB0-B42F-A5046924D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949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39B7-78D5-8D79-C893-DBA3E7FE1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3D9C-05A8-C7FD-C914-6F34F489D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9B82E-3213-F753-4EA8-948B3FC80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4F87-D717-4E55-98CB-979198A9D70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6BB3B-63BB-0690-E734-B3F79E2C9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EBB5A-2B07-4198-CD8E-22E422BD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62565-F48D-4FB0-B42F-A5046924D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43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18C6-1FB5-6298-45BE-0467A4E2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67A59-CACF-72B5-3627-F3999059B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69E36-FBF2-5FF2-6518-883D8D74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4F87-D717-4E55-98CB-979198A9D70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069D3-30D2-CEDD-C6DD-8AAB97208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F071B-6ACE-1750-477D-76BF04FA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62565-F48D-4FB0-B42F-A5046924D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950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61C4-C9F3-F4E3-80B5-52E97944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A7B2-4FF4-209F-7D32-753DACF32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B76F3-F437-7DB5-6A55-1C3436189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66128-0AE7-6C9E-4FEE-6E742E6D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4F87-D717-4E55-98CB-979198A9D70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32132-49D7-0945-F555-5DD1455E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155C3-578D-7F96-D9EA-4F909116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62565-F48D-4FB0-B42F-A5046924D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15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DFB97-D6DC-4AF4-EED8-0AC4B3921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37E6C-1D79-9B9F-7F38-9F0523D4B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BD4B5-F178-0637-545D-EA94D7089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45FE90-FAE4-0AA6-B734-9B27F3D31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57195B-1D98-8A03-6439-4B2AA3BBD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F1239-767D-A2AE-58F8-57A98C687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4F87-D717-4E55-98CB-979198A9D70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2EE90-9B80-BA25-9450-30549DEB1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0AF6C2-C054-806D-97BE-E0BA07EE2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62565-F48D-4FB0-B42F-A5046924D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52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2AB5-7E1F-6139-8883-4DBB60D4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1883D8-D9A1-7CB3-801C-B6B1F93D5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4F87-D717-4E55-98CB-979198A9D70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AF48D-F6B9-FA29-9567-02082E8D7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4232C-5ED7-145A-BC13-140BB744D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62565-F48D-4FB0-B42F-A5046924D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03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1A93D1-B9E1-B9BD-E440-D02F8BE1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4F87-D717-4E55-98CB-979198A9D70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B10E1-6A6A-9A33-1CFB-F2A61809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461F4-4943-98BC-73AA-83070507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62565-F48D-4FB0-B42F-A5046924D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514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ECD09-6CE3-F160-4418-9A7C240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C85D1-9540-5790-D806-47B54FEA6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F40200-4074-FDA4-36A0-84EF257DF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64DC3-BA74-91AD-0F71-3C21B3FE2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4F87-D717-4E55-98CB-979198A9D70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465AE-4458-EC70-3EAD-4F0862394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74B92-1E87-48A2-766F-943E0890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62565-F48D-4FB0-B42F-A5046924D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82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78D3-C49A-90C6-220E-D88315528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4B8D2F-6005-B5EC-1DA5-DA7735B5C2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DD972-254B-1539-C42C-888C99790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4D3A1-6CEB-776E-F27D-F093E7D3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4F87-D717-4E55-98CB-979198A9D70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BC0BC-DBEC-6A88-4733-5A3804F5E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9E136-EAA9-F6C3-4F74-306A84AA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62565-F48D-4FB0-B42F-A5046924D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090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7CA8E-FDD5-1A5B-BD26-BC9325506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632E4-ADF6-84FD-3DD8-50CE00B0F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CB510-4EB2-6FBB-E84B-70C5EDEEF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4F87-D717-4E55-98CB-979198A9D70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EB228-2963-A2F6-F9A7-4684145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47786-90F3-8C2A-684C-7666CE1E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62565-F48D-4FB0-B42F-A5046924D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1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3C8A4C-03D9-3F80-2402-1CAB9DAA6F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E6D0E-146D-7818-F9AC-34A56513D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6D5FC-771D-406B-4652-D8CAFBD19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4F87-D717-4E55-98CB-979198A9D70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38619-59FE-6362-573C-BB7E56B44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845AD-BACD-2516-9289-868B5344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62565-F48D-4FB0-B42F-A5046924D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117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93F946-A1AA-74A1-9906-FEFAFDB8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CE784-6385-FF5F-C819-B9ED25F90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CD788-73A5-FCFC-9033-1C60DCE11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A4F87-D717-4E55-98CB-979198A9D70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50BEC-966F-F101-F103-AC96CD051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DF70C-7049-D101-BC0D-6276A6890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62565-F48D-4FB0-B42F-A5046924D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342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E8F2-4F46-89E8-85FF-C7D82CB181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C32BE-DE3A-7229-FB26-9C9EEF3EC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121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624B21-3C06-198B-4A80-3D19AB029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279"/>
            <a:ext cx="12192000" cy="638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86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35E3F5-F79F-7F08-11AF-C5D13D093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16" y="1199957"/>
            <a:ext cx="8397968" cy="44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4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994B63-AEA3-424C-892E-BCFC9641C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396" y="1058974"/>
            <a:ext cx="8855207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24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F32A63-A710-4859-91AE-3A6BEB06D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80" y="670559"/>
            <a:ext cx="10103720" cy="518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191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2C8414-3FC8-1612-0FA8-4AE0D0711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784506"/>
            <a:ext cx="9173751" cy="482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7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1A7E01-CF22-EA27-85E6-38A540DD6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76" y="822960"/>
            <a:ext cx="11170372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47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233246-7CE7-2D93-AF21-48C0FB4CB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" y="487680"/>
            <a:ext cx="10190988" cy="536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71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6CC906-05C9-D9C5-1446-302F2037B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04" y="457200"/>
            <a:ext cx="10706214" cy="545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021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Rajat Agrawal</dc:creator>
  <cp:lastModifiedBy>Rajat Agrawal</cp:lastModifiedBy>
  <cp:revision>1</cp:revision>
  <dcterms:created xsi:type="dcterms:W3CDTF">2026-09-16T17:46:48Z</dcterms:created>
  <dcterms:modified xsi:type="dcterms:W3CDTF">2026-09-16T19:15:08Z</dcterms:modified>
</cp:coreProperties>
</file>